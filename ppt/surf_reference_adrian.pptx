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4889-ADC2-11BA-4669-F35D023F3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C58D8-3A55-9C4F-2F66-EF7BB9F8E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7C92A-0A5B-0F25-9419-8DD2AC67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04172-AF24-6294-498D-14C0242F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6D269-BE01-DFA7-D31D-BDE43948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95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70B6-1A25-763E-0120-5B1566A7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4B4E5-4DE1-4A2D-B034-6BDA48236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B3F1A-1187-F164-8E19-3612686D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9434C-C41E-9F4B-FE38-D9A9D898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985F9-2710-2D2C-9422-F0BB6EA6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0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823C-8685-6BDA-D2C6-AE373935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B1DA-0A75-4B6E-6848-88E6FC08D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5A4FA-2D98-ACEC-5AF9-A9F678181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5FF43-0E48-C50E-C9DE-B3B59789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1404A-1FF9-2DCB-EFD5-1728B62F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6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853E-2E9E-3648-B490-3029B371C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9B294-8EC1-E7EB-4577-0DF558F97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4C292-35A1-7C54-CCBB-563782499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2F06F-1EAB-1474-0A61-ABEA669A9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47694-2662-099C-BC8E-D3CC5AF7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36BAF-9EDB-DBE3-372F-326AB65D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6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0B69-F7A6-1DB8-5C6C-3CDB83D5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2CA73-65EC-1D81-1858-2C8432984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1FEAF-30C1-46D1-0782-34B5754A9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101D2-FB96-33D2-32CC-FB6D72AAD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93179-1615-89E4-D90B-6D2F2D235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019AA1-51F3-4A0C-D765-ECEC7C69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4A26B-7207-8B09-C883-BB81C9B7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7EFAD-94A8-C26A-6F6A-D7227CD1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86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10682-7888-ACC4-8B5A-C10835DF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845BBE-5F01-95F3-EC79-4A27D91D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94ADF3-539D-6A8D-C2BF-0AEE73E6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7E02A-2550-3DD8-D8FB-804F5A78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86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03EA0-55AA-E6DE-D540-09DEC80F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40CF2-414D-5C55-700F-48CA092C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9A3FB-D104-FEF3-C85C-E9883CFA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2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2434-0E05-1515-2404-D057F44A9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F38C5-A559-20AB-1268-625944D6C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98B00-B4CD-3CBE-3090-4D72B0F7B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B3A31-0FBD-7BB0-35A8-188061BC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219A7-B449-3B37-58E7-2D905E7A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BB1BC-B4EA-3CDE-BBA5-BC1DECCA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28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0768-E195-6AEF-DF70-B247CC5D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73FEE8-5047-7F90-C1E8-1366AD2C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675BF-3151-E464-D1B6-11506B0B1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F9C0B-1C91-547F-F2F4-B7D74FEB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65F70-08B5-91D7-E3ED-57B155207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8A33A-5F7A-0422-BF2D-DE967B4C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FCD28-957A-0307-19A9-157D0624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D072C-0547-FC64-3E33-ABF02CE84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EA1CD-DE57-4076-C70E-F6239C4B0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33DA-406B-7DA5-CB31-B3C669B6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41FDC-2E3F-D7DD-0AD2-8382866E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67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BF11B3-6B49-5CB1-092C-CFCAC9910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91CD2-DBCC-BF4C-3036-8398E92CF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82F32-488B-27D8-8D79-8B9C56A8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21C74-4B57-B166-E4AD-3E3F29A5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013AF-8847-056D-DCE2-67F27A678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84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4C9B4-044F-23FD-C74D-C840F6480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12B62-7DBE-26D2-F2CF-6C5876048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97509-FD8C-9E63-A0F5-E08068E6B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BFBEB-ED4F-C849-BCB5-59674EB678C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C8B3-284E-D588-198D-FD77D4D8B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B5B7D-0F0B-D3B6-5030-6A9E03B8B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015F2-5445-744A-8FC8-852A13C04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2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4E56-2223-FC15-D8DA-053E78D93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Surf reference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61C75-A4D0-5180-9495-FAFA39D37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Lexie </a:t>
            </a:r>
          </a:p>
          <a:p>
            <a:r>
              <a:rPr lang="en-US" dirty="0"/>
              <a:t>12.30</a:t>
            </a:r>
          </a:p>
        </p:txBody>
      </p:sp>
    </p:spTree>
    <p:extLst>
      <p:ext uri="{BB962C8B-B14F-4D97-AF65-F5344CB8AC3E}">
        <p14:creationId xmlns:p14="http://schemas.microsoft.com/office/powerpoint/2010/main" val="3588255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7456-45A1-9D19-14B6-6C7A7842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homogenous chemical reaction system ODE</a:t>
            </a:r>
          </a:p>
        </p:txBody>
      </p:sp>
      <p:pic>
        <p:nvPicPr>
          <p:cNvPr id="5" name="Content Placeholder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76A0DBD6-215F-4072-CF69-9E6776B2B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514" y="1825625"/>
            <a:ext cx="10422972" cy="4351338"/>
          </a:xfrm>
        </p:spPr>
      </p:pic>
    </p:spTree>
    <p:extLst>
      <p:ext uri="{BB962C8B-B14F-4D97-AF65-F5344CB8AC3E}">
        <p14:creationId xmlns:p14="http://schemas.microsoft.com/office/powerpoint/2010/main" val="2492230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6C226-BCB9-B761-485E-2DC63B39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03F5-272E-3875-FF4E-4828E414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88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5943</TotalTime>
  <Words>9</Words>
  <Application>Microsoft Macintosh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Surf reference</vt:lpstr>
      <vt:lpstr>homogenous chemical reaction system 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Xiaoxi Zhou</dc:creator>
  <cp:lastModifiedBy>Xiaoxi Zhou</cp:lastModifiedBy>
  <cp:revision>1</cp:revision>
  <dcterms:created xsi:type="dcterms:W3CDTF">2025-12-30T03:43:05Z</dcterms:created>
  <dcterms:modified xsi:type="dcterms:W3CDTF">2026-01-03T06:47:00Z</dcterms:modified>
</cp:coreProperties>
</file>